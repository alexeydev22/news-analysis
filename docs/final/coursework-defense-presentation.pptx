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 работы и общий результат: локальная система, которая отвечает на вопросы по экономическим новостям и показывает источники.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21945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Финансовый университет при Правительстве РФ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85800" y="120700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КУРСОВАЯ РАБОТА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737360"/>
            <a:ext cx="10149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автоматической диалоговой системы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основе языковой модели для анализа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экономических новостей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537960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Выполнил: Прудиев Алексей Сергеевич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Группа: ПМ23-4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Руководитель: ____________________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5212080"/>
            <a:ext cx="10149840" cy="0"/>
          </a:xfrm>
          <a:prstGeom prst="line">
            <a:avLst/>
          </a:prstGeom>
          <a:noFill/>
          <a:ln w="12700">
            <a:solidFill>
              <a:srgbClr val="B7C6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5724144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Москва, 2026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1/12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Актуальность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Пользователю нужен быстрый ответ по множеству экономических сообщений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2/12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417320"/>
            <a:ext cx="256032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90472"/>
            <a:ext cx="2414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введение / актуальность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1828800"/>
            <a:ext cx="5029200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Экономические новости быстро меняют ожидания рынка.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Ручной анализ множества источников занимает время.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Диалоговый формат снижает порог входа.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должен опираться на найденные источники, а не только на общие знания модели.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8580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0F5132"/>
          </a:solidFill>
          <a:ln w="13970">
            <a:solidFill>
              <a:srgbClr val="0F51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много новостей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39572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7024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3484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0799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4476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8251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1928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8388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5703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и задачи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Цель: найти новости, оценить влияние и сформировать ответ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3/12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89888"/>
            <a:ext cx="274320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63040"/>
            <a:ext cx="2596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введение / цель и задачи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ML/NLP-часть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176272"/>
            <a:ext cx="4572000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Определить текстовое представление новостей.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retrieval/RAG по источникам.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классификацию влияния новости.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Поддержать template и LLM-режим ответа.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989320" y="17830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Backend-часть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89320" y="2176272"/>
            <a:ext cx="4754880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Спроектировать микросервисную DDD-архитектуру.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асинхронные сервисы и фоновые задачи.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Сделать React UI с SSE timeline.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Подготовить Docker Compose demo-сценарий.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22960" y="507492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защиты: примерно 50% ML/NLP и 50% production backend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архитектура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сервис отвечает за отдельную часть диалогового сценария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4/12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15568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188720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pic>
        <p:nvPicPr>
          <p:cNvPr id="9" name="Image 0" descr="/Users/a.prudiev/PyCharmMiscProject/curswork/docs/final/assets/architecture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0642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обработки вопроса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ML/NLP pipeline выполняется внутри асинхронного backend-сценария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5/12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417320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90472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0F5132"/>
          </a:solidFill>
          <a:ln w="13970">
            <a:solidFill>
              <a:srgbClr val="0F51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395728" y="209397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3347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70248" y="209397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3484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44768" y="209397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dialog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19288" y="209397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8388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5703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893808" y="209397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13155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22960" y="3246120"/>
            <a:ext cx="5120640" cy="182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ML/NLP: поиск контекста, score источников, классификация влияния.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Backend: gateway, сервисные контракты, SSE-события и orchestration.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строится только по найденным новостям и явно показывает источники.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92240" y="3246120"/>
            <a:ext cx="4297680" cy="182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chat_started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search_started / sources_found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analysis_started / analysis_completed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answer_started / answer_completed / done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Методы и технологии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 разделен на ML/NLP-методы и backend-инфраструктуру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6/12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22960" y="1115568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188720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1371600"/>
            <a:ext cx="3063240" cy="45720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4630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886200" y="1371600"/>
            <a:ext cx="6812280" cy="45720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59352" y="14630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18288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19202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ML: текстовые признаки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86200" y="18288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59352" y="19202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TF-IDF, embeddings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22860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23774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ML: классификация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86200" y="22860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59352" y="23774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Regression, tiny transformer mode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27432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28346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NLP: retrieval/RAG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886200" y="27432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59352" y="28346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+ контекст источников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32004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32918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NLP: генерация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886200" y="32004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59352" y="32918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fallback + LLM adapter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" y="36576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37490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886200" y="36576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59352" y="37490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FastAPI, asyncio, Granian, Zapros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2960" y="41148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6112" y="42062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886200" y="41148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959352" y="42062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DDD, слои, Protocol, Dishka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2960" y="45720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112" y="46634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Очереди и события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886200" y="45720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9352" y="46634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Taskiq, Redis, FastStream, SSE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22960" y="50292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6112" y="51206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и запуск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886200" y="50292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9352" y="51206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React, Docker Compose, Justfile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ML/NLP-компоненты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новости сделан как объяснимый baseline с расширяемыми режимами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7/12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53312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26464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7373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Классификация влияния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075688"/>
            <a:ext cx="4754880" cy="2148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Классы: positive, negative, neutral.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Baseline: TF-IDF + Logistic Regression.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Выход: impact, confidence, explanation.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Расширение: embedding-logreg и tiny-transformer-classifier.</a:t>
            </a:r>
            <a:endParaRPr lang="en-US" sz="1520" dirty="0"/>
          </a:p>
        </p:txBody>
      </p:sp>
      <p:sp>
        <p:nvSpPr>
          <p:cNvPr id="11" name="Text 9"/>
          <p:cNvSpPr/>
          <p:nvPr/>
        </p:nvSpPr>
        <p:spPr>
          <a:xfrm>
            <a:off x="5989320" y="17373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и генерация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89320" y="2075688"/>
            <a:ext cx="4937760" cy="2148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хранит документы и векторные представления.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строится по top-k источникам.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generator дает стабильный demo.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LLM-режим подключает Qwen3-0.6B-Instruct-GGUF через llama.cpp.</a:t>
            </a:r>
            <a:endParaRPr lang="en-US" sz="1520" dirty="0"/>
          </a:p>
        </p:txBody>
      </p:sp>
      <p:sp>
        <p:nvSpPr>
          <p:cNvPr id="13" name="Text 11"/>
          <p:cNvSpPr/>
          <p:nvPr/>
        </p:nvSpPr>
        <p:spPr>
          <a:xfrm>
            <a:off x="822960" y="502920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MLflow используется как точка учета экспериментов, метрик и артефактов моделей.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 приложения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видит ответ, источники и timeline обработки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8/12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078992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152144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pic>
        <p:nvPicPr>
          <p:cNvPr id="9" name="Image 0" descr="/Users/a.prudiev/PyCharmMiscProject/curswork/docs/final/assets/ui-demo-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1115568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проверки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smoke подтверждает end-to-end сценарий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9/12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22960" y="1078992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152144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1371600"/>
            <a:ext cx="3657600" cy="45720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4630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0560" y="1371600"/>
            <a:ext cx="5029200" cy="45720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3712" y="14630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18288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19202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api-gateway health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80560" y="18288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12" y="19202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22860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23774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news-service health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480560" y="22860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53712" y="23774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27432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28346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preview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480560" y="27432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53712" y="28346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документов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32004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32918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CSV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480560" y="32004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53712" y="32918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документов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" y="36576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37490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Taskiq job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80560" y="36576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53712" y="37490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2960" y="41148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6112" y="42062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+ analysis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480560" y="41148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2062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 + impact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2960" y="45720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112" y="46634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SSE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80560" y="45720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53712" y="46634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событий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22960" y="50292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6112" y="51206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HTML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480560" y="50292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53712" y="51206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22960" y="571500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Команды: just demo-up → just demo-smoke → just demo-down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теме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ключевые части темы закрыты реализованным сценарием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10/12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207008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0160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31520" y="1508760"/>
            <a:ext cx="4297680" cy="54864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160020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Требование темы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0" y="1508760"/>
            <a:ext cx="5943600" cy="54864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02352" y="160020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реализовано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" y="205740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14884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Автоматическая диалоговая система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205740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02352" y="214884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UI + chat SSE endpoint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260604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269748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Языковая модель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0" y="260604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02352" y="269748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LLM-адаптер в dialog-service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15468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324612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ML-анализ новостей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0" y="315468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02352" y="324612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tfidf-logreg, impact, confidence, explanation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370332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379476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Retrieval/RAG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0" y="370332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02352" y="379476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 источники, score, Qdrant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1520" y="425196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672" y="434340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backend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0" y="425196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02352" y="434340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FastAPI, DDD, Dishka, Taskiq, Redis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" y="480060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672" y="489204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Воспроизводимый результат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0" y="480060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02352" y="489204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+ smoke-сценарий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Заключение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объединяет ML/NLP pipeline и production backend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11/12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53312"/>
            <a:ext cx="164592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26464"/>
            <a:ext cx="14996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заключение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6642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ML/NLP-результат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011680"/>
            <a:ext cx="4572000" cy="2240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релевантного контекста.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Классификация влияния новостей.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по источникам с LLM-адаптером.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MLflow для дальнейших экспериментов.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989320" y="16642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Backend-результат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89320" y="2011680"/>
            <a:ext cx="4663440" cy="2240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Микросервисы со слоистой DDD-структурой.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Асинхронные API, фоновые задачи и SSE.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UI и Docker Compose запуск.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Smoke-сценарий для проверки стенда.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22960" y="498348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Дальнейшее развитие: реальные news API, расширение датасета, сравнение моделей и сохранение истории диалогов.</a:t>
            </a:r>
            <a:endParaRPr lang="en-US" sz="14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Документация технологий и базовые материалы по NLP/архитектуре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12/12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53312"/>
            <a:ext cx="19202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26464"/>
            <a:ext cx="17739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список источников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1645920"/>
            <a:ext cx="9326880" cy="3657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FastAPI, Granian, Pydantic, Dishka.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Taskiq, FastStream, Redis.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Qdrant, MLflow, Docker Compose.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Domain-Driven Design.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Retrieval-Augmented Generation.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Is All You Need.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Финансовый университет при Правительстве РФ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Диалоговая система анализа экономических новостей</dc:title>
  <dc:subject>Курсовая работа</dc:subject>
  <dc:creator>news-analysis</dc:creator>
  <cp:lastModifiedBy>news-analysis</cp:lastModifiedBy>
  <cp:revision>1</cp:revision>
  <dcterms:created xsi:type="dcterms:W3CDTF">2026-05-08T09:57:28Z</dcterms:created>
  <dcterms:modified xsi:type="dcterms:W3CDTF">2026-05-08T09:57:28Z</dcterms:modified>
</cp:coreProperties>
</file>