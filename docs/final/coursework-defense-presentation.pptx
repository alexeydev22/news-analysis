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работы и общий результат: локальная система, которая отвечает на вопросы по экономическим новостям и показывает источники.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1945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Финансовый университет при Правительстве РФ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10149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автоматической диалоговой системы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основе языковой модели для анализа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экономических новостей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5379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Выполнил: Прудиев Алексей Сергеевич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ПМ23-4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____________________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5212080"/>
            <a:ext cx="10149840" cy="0"/>
          </a:xfrm>
          <a:prstGeom prst="line">
            <a:avLst/>
          </a:prstGeom>
          <a:noFill/>
          <a:ln w="12700">
            <a:solidFill>
              <a:srgbClr val="B7C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724144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Москва,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Пользователю нужен быстрый ответ по множеству экономических сообщений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5603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414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актуальность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Экономические новости быстро меняют ожидания рынка.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Ручной анализ множества источников занимает время.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Диалоговый формат снижает порог входа.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должен опираться на найденные источники, а не только на общие знания модели.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 новостей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9572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024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928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703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найти новости, оценить влияние и сформировать ответ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3/12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274320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6304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цель и задачи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ML/NLP-часть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176272"/>
            <a:ext cx="457200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текстовое представление новостей.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CSV и обучить классификаторы.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retrieval/RAG по источникам.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классификацию влияния новости.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Поддержать template и LLM-режим ответа.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598932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Backend-часть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176272"/>
            <a:ext cx="475488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микросервисную DDD-архитектуру.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CSV upload и активный датасет.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асинхронные сервисы и фоновые задачи.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Сделать React UI с SSE timeline.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Docker Compose demo-сценарий.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 сгруппированы по исследовательской и инженерной частям проекта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архитектура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сервис отвечает за отдельную часть диалогового 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4/12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064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обработки вопроса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 pipeline выполняется внутри асинхронного backend-сценария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5/12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9572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024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1928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388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5703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9380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315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3246120"/>
            <a:ext cx="512064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ML/NLP: поиск контекста, score источников, классификация влияния.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gateway, сервисные контракты, SSE-события и orchestration.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только по найденным новостям и явно показывает источники.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92240" y="3246120"/>
            <a:ext cx="429768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chat_started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search_started / sources_found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analysis_started / analysis_completed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answer_started / answer_completed / done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технологии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разделен на ML/NLP-методы и backend-инфраструктуру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6/12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063240" cy="420624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86200" y="1371600"/>
            <a:ext cx="6812280" cy="420624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463040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792224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883664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подготовка CSV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86200" y="1792224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59352" y="1883664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prepare_dataset + label-column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12848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0428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текстовые признаки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86200" y="2212848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59352" y="2304288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TF-IDF, embeddings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633472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72491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классификация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86200" y="2633472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9352" y="2724912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Regression, tiny transformer mode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054096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145536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retrieval/RAG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86200" y="3054096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59352" y="3145536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+ контекст источников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474720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566160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генерация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86200" y="3474720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9352" y="3566160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fallback + LLM adapter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895344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3986784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886200" y="3895344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59352" y="3986784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asyncio, Granian, Zapros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315968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40740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86200" y="4315968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9352" y="4407408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DDD, слои, Protocol, Dishka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4736592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482803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Очереди и события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886200" y="4736592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9352" y="4828032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Redis, FastStream, SSE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5157216"/>
            <a:ext cx="306324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6112" y="5248656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и запуск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86200" y="5157216"/>
            <a:ext cx="681228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9352" y="5248656"/>
            <a:ext cx="6665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CSV upload, Docker Compose, Justfile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ML/NLP-компоненты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новости сделан как объяснимый baseline с расширяемыми режимами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7/12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75688"/>
            <a:ext cx="4754880" cy="2331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Классы: positive, negative, neutral.</a:t>
            </a:r>
            <a:endParaRPr lang="en-US" sz="1380" dirty="0"/>
          </a:p>
          <a:p>
            <a:pPr marL="177800" indent="-177800">
              <a:buSzPct val="100000"/>
              <a:buChar char="•"/>
            </a:pPr>
            <a:r>
              <a:rPr lang="en-US" sz="13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TF-IDF + Logistic Regression.</a:t>
            </a:r>
            <a:endParaRPr lang="en-US" sz="1380" dirty="0"/>
          </a:p>
          <a:p>
            <a:pPr marL="177800" indent="-177800">
              <a:buSzPct val="100000"/>
              <a:buChar char="•"/>
            </a:pPr>
            <a:r>
              <a:rPr lang="en-US" sz="13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Выход: impact, confidence, explanation.</a:t>
            </a:r>
            <a:endParaRPr lang="en-US" sz="1380" dirty="0"/>
          </a:p>
          <a:p>
            <a:pPr marL="177800" indent="-177800">
              <a:buSzPct val="100000"/>
              <a:buChar char="•"/>
            </a:pPr>
            <a:r>
              <a:rPr lang="en-US" sz="13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Обучение: train-baseline / train-embedding / train-transformer.</a:t>
            </a:r>
            <a:endParaRPr lang="en-US" sz="1380" dirty="0"/>
          </a:p>
          <a:p>
            <a:pPr marL="177800" indent="-177800">
              <a:buSzPct val="100000"/>
              <a:buChar char="•"/>
            </a:pPr>
            <a:r>
              <a:rPr lang="en-US" sz="138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Расширение: embedding-logreg и tiny-transformer-classifier.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598932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и генерация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75688"/>
            <a:ext cx="4937760" cy="2148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хранит документы и векторные представления.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по top-k источникам.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generator дает стабильный demo.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LLM-режим подключает Qwen3-0.6B-Instruct-GGUF через llama.cpp.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822960" y="50292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готовится через prepare-dataset --label-column; MLflow используется для учета экспериментов, метрик и артефактов моделей.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приложения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загружает CSV, видит активный датасет, ответ, источники и timeline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8/12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ui-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проверки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smoke подтверждает end-to-end сценарий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9/12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657600" cy="420624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1371600"/>
            <a:ext cx="5029200" cy="420624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463040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792224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883664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api-gateway health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792224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188366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12848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04288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news-service health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80560" y="2212848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53712" y="230428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633472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724912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upload / active dataset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633472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2724912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054096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145536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preview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3054096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3712" y="314553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активный набор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474720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56616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CSV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80560" y="3474720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53712" y="3566160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895344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3986784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 job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80560" y="3895344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3986784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315968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407408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+ analysis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80560" y="4315968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53712" y="4407408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+ impact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4736592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4828032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80560" y="4736592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53712" y="4828032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событий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5157216"/>
            <a:ext cx="36576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6112" y="5248656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HTML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480560" y="5157216"/>
            <a:ext cx="5029200" cy="420624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53712" y="5248656"/>
            <a:ext cx="4882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150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Команды: just demo-up → just demo-smoke → just demo-down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22960" y="60624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Обученные режимы: prepare-dataset --label-column → train-* → compare-models → demo-up-trained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теме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ключевые части темы закрыты реализованным сценарием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10/12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20700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016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429768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6002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темы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0" y="1508760"/>
            <a:ext cx="594360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02352" y="16002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реализовано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1488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диалоговая система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0574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02352" y="21488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 + chat SSE endpoint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60604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69748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60604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269748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LLM-адаптер в dialog-service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15468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24612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ML-анализ новостей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315468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324612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prepare_dataset, train-*, impact, confidence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70332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79476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Retrieval/RAG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370332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02352" y="379476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источники, score, Qdrant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25196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3434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0" y="425196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02352" y="43434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CSV upload, DDD, Taskiq, Redis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48006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48920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Воспроизводимый результат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0" y="48006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02352" y="48920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+ smoke-сценарий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объединяет ML/NLP pipeline и production backend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11/12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6459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заключение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ML/NLP-результат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457200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релевантного контекста.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Подготовка датасета и обучение моделей.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 новостей.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по источникам с LLM-адаптером.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для дальнейших экспериментов.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598932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Backend-результат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11680"/>
            <a:ext cx="466344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 со слоистой DDD-структурой.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CSV и выбор активного датасета.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Асинхронные API, фоновые задачи и SSE.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 и Docker Compose запуск.</a:t>
            </a:r>
            <a:endParaRPr lang="en-US" sz="1440" dirty="0"/>
          </a:p>
          <a:p>
            <a:pPr marL="177800" indent="-177800">
              <a:buSzPct val="100000"/>
              <a:buChar char="•"/>
            </a:pPr>
            <a:r>
              <a:rPr lang="en-US" sz="144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Smoke-сценарий для проверки стенда.</a:t>
            </a:r>
            <a:endParaRPr lang="en-US" sz="1440" dirty="0"/>
          </a:p>
        </p:txBody>
      </p:sp>
      <p:sp>
        <p:nvSpPr>
          <p:cNvPr id="13" name="Text 11"/>
          <p:cNvSpPr/>
          <p:nvPr/>
        </p:nvSpPr>
        <p:spPr>
          <a:xfrm>
            <a:off x="822960" y="498348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Дальнейшее развитие: реальные news API, расширение датасета, сравнение моделей и сохранение истории диалогов.</a:t>
            </a:r>
            <a:endParaRPr lang="en-US" sz="14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технологий и базовые материалы по NLP/архитектуре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9202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7739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список источников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932688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Granian, Pydantic, Dishka.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FastStream, Redis.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Qdrant, MLflow, Docker Compose.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Domain-Driven Design.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Финансовый университет при Правительстве РФ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Диалоговая система анализа экономических новостей</dc:title>
  <dc:subject>Курсовая работа</dc:subject>
  <dc:creator>news-analysis</dc:creator>
  <cp:lastModifiedBy>news-analysis</cp:lastModifiedBy>
  <cp:revision>1</cp:revision>
  <dcterms:created xsi:type="dcterms:W3CDTF">2026-05-08T12:26:14Z</dcterms:created>
  <dcterms:modified xsi:type="dcterms:W3CDTF">2026-05-08T12:26:14Z</dcterms:modified>
</cp:coreProperties>
</file>