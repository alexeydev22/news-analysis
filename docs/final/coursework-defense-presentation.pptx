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работы и общий результат: локальная система, которая отвечает на вопросы по экономическим новостям и показывает источники.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00200"/>
            <a:ext cx="9966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автоматической диалоговой системы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основе языковой модели для анализа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экономических новостей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13232" y="34015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 · ФИО, группа, руководитель,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4160520"/>
            <a:ext cx="2011680" cy="402336"/>
          </a:xfrm>
          <a:prstGeom prst="roundRect">
            <a:avLst>
              <a:gd name="adj" fmla="val 11364"/>
            </a:avLst>
          </a:prstGeom>
          <a:solidFill>
            <a:srgbClr val="EAF4EF"/>
          </a:solidFill>
          <a:ln w="12700">
            <a:solidFill>
              <a:srgbClr val="C8D8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261104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локальный RAG pipeline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71800" y="4160520"/>
            <a:ext cx="1600200" cy="402336"/>
          </a:xfrm>
          <a:prstGeom prst="roundRect">
            <a:avLst>
              <a:gd name="adj" fmla="val 11364"/>
            </a:avLst>
          </a:prstGeom>
          <a:solidFill>
            <a:srgbClr val="EAF4EF"/>
          </a:solidFill>
          <a:ln w="12700">
            <a:solidFill>
              <a:srgbClr val="C8D8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81528" y="4261104"/>
            <a:ext cx="1380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микросервисы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4160520"/>
            <a:ext cx="1737360" cy="402336"/>
          </a:xfrm>
          <a:prstGeom prst="roundRect">
            <a:avLst>
              <a:gd name="adj" fmla="val 11364"/>
            </a:avLst>
          </a:prstGeom>
          <a:solidFill>
            <a:srgbClr val="EAF4EF"/>
          </a:solidFill>
          <a:ln w="12700">
            <a:solidFill>
              <a:srgbClr val="C8D8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0328" y="426110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React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66560" y="4160520"/>
            <a:ext cx="1737360" cy="402336"/>
          </a:xfrm>
          <a:prstGeom prst="roundRect">
            <a:avLst>
              <a:gd name="adj" fmla="val 11364"/>
            </a:avLst>
          </a:prstGeom>
          <a:solidFill>
            <a:srgbClr val="EAF4EF"/>
          </a:solidFill>
          <a:ln w="12700">
            <a:solidFill>
              <a:srgbClr val="C8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76288" y="426110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+ Redis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1/12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Пользователю нужен быстрый ответ по множеству экономических сообщений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2/12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Экономические новости быстро меняют ожидания рынка.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Ручной анализ множества источников занимает время.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Диалоговый формат снижает порог входа.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должен опираться на найденные источники, а не только на общие знания модели.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 новостей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9572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3347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7024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0799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4476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8251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1928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388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и задачи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найти новости, оценить влияние и сформировать ответ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3/12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9875520" cy="3749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микросервисную архитектуру.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загрузку и индексацию новостей.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векторный поиск релевантных источников.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анализ влияния новости.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генерацию ответа с поддержкой языковой модели.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web UI и demo-сценарий.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архитектура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сервис отвечает за отдельную часть диалогового 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4/12</a:t>
            </a:r>
            <a:endParaRPr lang="en-US" sz="850" dirty="0"/>
          </a:p>
        </p:txBody>
      </p:sp>
      <p:pic>
        <p:nvPicPr>
          <p:cNvPr id="7" name="Image 0" descr="/Users/a.prudiev/PyCharmMiscProject/curswork/docs/final/assets/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064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обработки вопроса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показывает пользователю ход выполнения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5/12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96596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214884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95728" y="218541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96596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33472" y="214884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70248" y="218541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96596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214884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44768" y="218541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96596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214884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19288" y="218541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196596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57032" y="214884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893808" y="218541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0" y="196596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C8D8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31552" y="214884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4400" y="3657600"/>
            <a:ext cx="932688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получает вопрос и запускает поток событий.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Retrieval-service ищет релевантные новости в Qdrant.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Analysis-service оценивает влияние каждой новости.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Dialog-service собирает итоговый ответ.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 технологии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современный, но локальный и без лишней инфраструктуры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6/12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2834640" cy="502920"/>
          </a:xfrm>
          <a:prstGeom prst="rect">
            <a:avLst/>
          </a:prstGeom>
          <a:solidFill>
            <a:srgbClr val="EAF4E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50876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0" y="1417320"/>
            <a:ext cx="7040880" cy="502920"/>
          </a:xfrm>
          <a:prstGeom prst="rect">
            <a:avLst/>
          </a:prstGeom>
          <a:solidFill>
            <a:srgbClr val="EAF4E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0752" y="150876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192024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01168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0" y="192024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0752" y="201168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asyncio, Granian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42316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51460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0" y="242316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30752" y="251460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DDD, слои, Protocol, Dishka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292608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01752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Фоновые задачи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0" y="292608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30752" y="301752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 + Redis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342900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352044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0" y="342900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30752" y="352044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FastStream + Redis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393192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402336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Векторный поиск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0" y="393192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30752" y="402336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443484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6112" y="452628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tracking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0" y="443484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30752" y="452628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22960" y="4937760"/>
            <a:ext cx="28346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6112" y="5029200"/>
            <a:ext cx="26883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0" y="4937760"/>
            <a:ext cx="704088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30752" y="5029200"/>
            <a:ext cx="68945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и генерация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Воспроизводимый demo-режим плюс возможность подключения LLM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7/12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969264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tfidf-logreg: стабильный режим анализа влияния для защиты.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embedding-logreg и tiny-transformer-classifier: предусмотрены контрактами.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generator: локальный fallback без зависимости от модели.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LLM-режим: OpenAI-compatible сервер, например llama.cpp.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Легкая модель: Qwen3-0.6B-Instruct-GGUF.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приложения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видит ответ, источники и timeline обработки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8/12</a:t>
            </a:r>
            <a:endParaRPr lang="en-US" sz="850" dirty="0"/>
          </a:p>
        </p:txBody>
      </p:sp>
      <p:pic>
        <p:nvPicPr>
          <p:cNvPr id="7" name="Image 0" descr="/Users/a.prudiev/PyCharmMiscProject/curswork/docs/final/assets/ui-demo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проверки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smoke подтверждает end-to-end сценарий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9/12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371600"/>
            <a:ext cx="3657600" cy="502920"/>
          </a:xfrm>
          <a:prstGeom prst="rect">
            <a:avLst/>
          </a:prstGeom>
          <a:solidFill>
            <a:srgbClr val="EAF4E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6304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1371600"/>
            <a:ext cx="5029200" cy="502920"/>
          </a:xfrm>
          <a:prstGeom prst="rect">
            <a:avLst/>
          </a:prstGeom>
          <a:solidFill>
            <a:srgbClr val="EAF4E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46304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187452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96596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api-gateway health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80560" y="187452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196596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37744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46888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news-service health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80560" y="237744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246888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288036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297180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preview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88036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297180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338328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347472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CSV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80560" y="338328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47472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388620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397764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 job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80560" y="388620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53712" y="397764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438912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6112" y="448056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SSE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80560" y="438912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53712" y="448056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событий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22960" y="4892040"/>
            <a:ext cx="36576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6112" y="4983480"/>
            <a:ext cx="3511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HTML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80560" y="4892040"/>
            <a:ext cx="502920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53712" y="4983480"/>
            <a:ext cx="48828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2960" y="571500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Команды: just demo-up → just demo-smoke → just demo-down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теме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ключевые части темы закрыты реализованным сценарием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10/12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4297680" cy="621792"/>
          </a:xfrm>
          <a:prstGeom prst="rect">
            <a:avLst/>
          </a:prstGeom>
          <a:solidFill>
            <a:srgbClr val="EAF4E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600200"/>
            <a:ext cx="4151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Требование темы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943600" cy="621792"/>
          </a:xfrm>
          <a:prstGeom prst="rect">
            <a:avLst/>
          </a:prstGeom>
          <a:solidFill>
            <a:srgbClr val="EAF4E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02352" y="1600200"/>
            <a:ext cx="5797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реализовано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2130552"/>
            <a:ext cx="429768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21992"/>
            <a:ext cx="4151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Автоматическая диалоговая система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130552"/>
            <a:ext cx="594360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02352" y="2221992"/>
            <a:ext cx="5797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 + chat SSE endpoint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52344"/>
            <a:ext cx="429768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843784"/>
            <a:ext cx="4151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2752344"/>
            <a:ext cx="594360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02352" y="2843784"/>
            <a:ext cx="5797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LLM-адаптер в dialog-service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374136"/>
            <a:ext cx="429768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465576"/>
            <a:ext cx="4151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экономических новостей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0" y="3374136"/>
            <a:ext cx="594360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2352" y="3465576"/>
            <a:ext cx="5797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analysis-service + demo dataset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95928"/>
            <a:ext cx="429768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4087368"/>
            <a:ext cx="4151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с источниками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0" y="3995928"/>
            <a:ext cx="594360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02352" y="4087368"/>
            <a:ext cx="5797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pipeline + Qdrant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4617720"/>
            <a:ext cx="429768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709160"/>
            <a:ext cx="4151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Воспроизводимый результат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4617720"/>
            <a:ext cx="5943600" cy="621792"/>
          </a:xfrm>
          <a:prstGeom prst="rect">
            <a:avLst/>
          </a:prstGeom>
          <a:solidFill>
            <a:srgbClr val="FFFFFF"/>
          </a:solidFill>
          <a:ln w="10160">
            <a:solidFill>
              <a:srgbClr val="C8D8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02352" y="4709160"/>
            <a:ext cx="5797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+ smoke-сценарий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Получился локальный end-to-end стенд для защиты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11/12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576072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Разработана микросервисная диалоговая система.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Реализованы загрузка, поиск, анализ и генерация ответа.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Подготовлен React UI.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запускается локально через Docker Compose.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Подготовлен воспроизводимый demo-сценарий.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1645920"/>
            <a:ext cx="46634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Развитие: реальные новостные API.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 диалогов в PostgreSQL.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Обученные артефакты дополнительных моделей.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качества template и LLM-режимов.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 w="12700">
            <a:solidFill>
              <a:srgbClr val="F7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" y="1133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 технологий и базовые материалы по NLP/архитектуре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news-analysis · 12/12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932688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Granian, Pydantic, Dishka.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FastStream, Redis.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Qdrant, MLflow, Docker Compose.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Domain-Driven Design.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721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news-analysis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Диалоговая система анализа экономических новостей</dc:title>
  <dc:subject>Курсовая работа</dc:subject>
  <dc:creator>news-analysis</dc:creator>
  <cp:lastModifiedBy>news-analysis</cp:lastModifiedBy>
  <cp:revision>1</cp:revision>
  <dcterms:created xsi:type="dcterms:W3CDTF">2026-05-08T06:22:29Z</dcterms:created>
  <dcterms:modified xsi:type="dcterms:W3CDTF">2026-05-08T06:22:29Z</dcterms:modified>
</cp:coreProperties>
</file>