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работы и общий результат: локальная система, которая отвечает на вопросы по экономическим новостям и показывает источники.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219456"/>
            <a:ext cx="10789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Финансовый университет при Правительстве РФ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1207008"/>
            <a:ext cx="10789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КУРСОВАЯ РАБОТА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05840" y="1737360"/>
            <a:ext cx="10149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Разработка автоматической диалоговой системы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основе языковой модели для анализа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экономических новостей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537960" y="388620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Выполнил: Прудиев Алексей Сергеевич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Группа: ПМ23-4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Руководитель: ____________________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5212080"/>
            <a:ext cx="10149840" cy="0"/>
          </a:xfrm>
          <a:prstGeom prst="line">
            <a:avLst/>
          </a:prstGeom>
          <a:noFill/>
          <a:ln w="12700">
            <a:solidFill>
              <a:srgbClr val="B7C6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5724144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Москва, 2026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1/12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Актуальность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Пользователю нужен быстрый ответ по множеству экономических сообщений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5603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4140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актуальность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828800"/>
            <a:ext cx="5029200" cy="2560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Экономические новости быстро меняют ожидания рынка.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Ручной анализ множества источников занимает время.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Диалоговый формат снижает порог входа.</a:t>
            </a:r>
            <a:endParaRPr lang="en-US" sz="1800" dirty="0"/>
          </a:p>
          <a:p>
            <a:pPr marL="177800" indent="-177800">
              <a:buSzPct val="100000"/>
              <a:buChar char="•"/>
            </a:pPr>
            <a:r>
              <a:rPr lang="en-US" sz="1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должен опираться на найденные источники, а не только на общие знания модели.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8580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5895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много новостей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39572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3347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27024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43484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0799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4476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0936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8251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19288" y="502005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83880" y="480060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57032" y="498348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и задачи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Цель: найти новости, оценить влияние и сформировать ответ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3/12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89888"/>
            <a:ext cx="274320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63040"/>
            <a:ext cx="2596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введение / цель и задачи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ML/NLP-часть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176272"/>
            <a:ext cx="457200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Определить текстовое представление новостей.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retrieval/RAG по источникам.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классификацию влияния новости.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Поддержать template и LLM-режим ответа.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989320" y="17830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Backend-часть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176272"/>
            <a:ext cx="4754880" cy="21945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Спроектировать микросервисную DDD-архитектуру.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Реализовать асинхронные сервисы и фоновые задачи.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Сделать React UI с SSE timeline.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Подготовить Docker Compose demo-сценарий.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0749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Задачи сгруппированы по исследовательской и инженерной частям проекта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архитектура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сервис отвечает за отдельную часть диалогового 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4/12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17320"/>
            <a:ext cx="110642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обработки вопроса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 pipeline выполняется внутри асинхронного backend-сценария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5/12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417320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90472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858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0F5132"/>
          </a:solidFill>
          <a:ln w="13970">
            <a:solidFill>
              <a:srgbClr val="0F513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вопрос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39572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6032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3347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27024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3484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0799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4476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251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dialog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1928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8388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5703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893808" y="2093976"/>
            <a:ext cx="292608" cy="256032"/>
          </a:xfrm>
          <a:prstGeom prst="rightArrow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187452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3970">
            <a:solidFill>
              <a:srgbClr val="B7C6C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131552" y="2057400"/>
            <a:ext cx="1453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22960" y="3246120"/>
            <a:ext cx="512064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ML/NLP: поиск контекста, score источников, классификация влияния.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Backend: gateway, сервисные контракты, SSE-события и orchestration.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только по найденным новостям и явно показывает источники.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92240" y="3246120"/>
            <a:ext cx="429768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chat_started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search_started / sources_found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analysis_started / analysis_completed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answer_started / answer_completed / done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Методы и технологии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 разделен на ML/NLP-методы и backend-инфраструктуру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6/12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11556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8872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06324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Часть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886200" y="1371600"/>
            <a:ext cx="681228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59352" y="14630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Выбор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8288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9202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текстовые признаки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886200" y="18288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59352" y="19202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TF-IDF, embeddings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860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774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ML: классификация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886200" y="22860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59352" y="23774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 Regression, tiny transformer mode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8346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retrieval/RAG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886200" y="27432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59352" y="28346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+ контекст источников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2004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2918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NLP: генерация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886200" y="32004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59352" y="32918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fallback + LLM adapter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6576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7490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886200" y="36576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959352" y="37490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asyncio, Granian, Zapros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41148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42062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886200" y="41148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959352" y="42062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DDD, слои, Protocol, Dishka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5720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6634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Очереди и события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886200" y="45720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9352" y="46634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Redis, FastStream, SSE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5029200"/>
            <a:ext cx="306324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5120640"/>
            <a:ext cx="29169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и запуск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886200" y="5029200"/>
            <a:ext cx="681228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9352" y="5120640"/>
            <a:ext cx="6665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Docker Compose, Justfile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ML/NLP-компоненты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Анализ новости сделан как объяснимый baseline с расширяемыми режимами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7/12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75688"/>
            <a:ext cx="4754880" cy="2148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Классы: positive, negative, neutral.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Baseline: TF-IDF + Logistic Regression.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Выход: impact, confidence, explanation.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Расширение: embedding-logreg и tiny-transformer-classifier.</a:t>
            </a:r>
            <a:endParaRPr lang="en-US" sz="1520" dirty="0"/>
          </a:p>
        </p:txBody>
      </p:sp>
      <p:sp>
        <p:nvSpPr>
          <p:cNvPr id="11" name="Text 9"/>
          <p:cNvSpPr/>
          <p:nvPr/>
        </p:nvSpPr>
        <p:spPr>
          <a:xfrm>
            <a:off x="5989320" y="17373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и генерация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75688"/>
            <a:ext cx="4937760" cy="2148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 хранит документы и векторные представления.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строится по top-k источникам.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generator дает стабильный demo.</a:t>
            </a:r>
            <a:endParaRPr lang="en-US" sz="1520" dirty="0"/>
          </a:p>
          <a:p>
            <a:pPr marL="177800" indent="-177800">
              <a:buSzPct val="100000"/>
              <a:buChar char="•"/>
            </a:pPr>
            <a:r>
              <a:rPr lang="en-US" sz="152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LLM-режим подключает Qwen3-0.6B-Instruct-GGUF через llama.cpp.</a:t>
            </a:r>
            <a:endParaRPr lang="en-US" sz="1520" dirty="0"/>
          </a:p>
        </p:txBody>
      </p:sp>
      <p:sp>
        <p:nvSpPr>
          <p:cNvPr id="13" name="Text 11"/>
          <p:cNvSpPr/>
          <p:nvPr/>
        </p:nvSpPr>
        <p:spPr>
          <a:xfrm>
            <a:off x="822960" y="502920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используется как точка учета экспериментов, метрик и артефактов моделей.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 приложения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видит ответ, источники и timeline обработки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8/12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pic>
        <p:nvPicPr>
          <p:cNvPr id="9" name="Image 0" descr="/Users/a.prudiev/PyCharmMiscProject/curswork/docs/final/assets/ui-demo-screensh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 проверки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smoke подтверждает end-to-end сценарий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9/12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822960" y="1078992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152144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22960" y="1371600"/>
            <a:ext cx="365760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14630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480560" y="1371600"/>
            <a:ext cx="5029200" cy="45720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4630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18288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19202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api-gateway health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80560" y="18288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12" y="19202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22860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774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news-service health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80560" y="22860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53712" y="23774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7432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28346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CSV preview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7432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28346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32004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2918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CSV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480560" y="32004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53712" y="32918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документов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" y="36576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37490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 job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80560" y="36576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553712" y="37490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queued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41148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42062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 + analysis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80560" y="41148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2062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 + impact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45720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96112" y="46634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SSE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480560" y="45720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53712" y="46634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событий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22960" y="5029200"/>
            <a:ext cx="36576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96112" y="5120640"/>
            <a:ext cx="35112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HTML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80560" y="5029200"/>
            <a:ext cx="5029200" cy="45720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53712" y="5120640"/>
            <a:ext cx="48828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22960" y="57150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Команды: just demo-up → just demo-smoke → just demo-down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теме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ключевые части темы закрыты реализованным сценарием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10/12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207008"/>
            <a:ext cx="23774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280160"/>
            <a:ext cx="22311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методы и результаты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31520" y="1508760"/>
            <a:ext cx="429768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16002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Требование темы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0" y="1508760"/>
            <a:ext cx="5943600" cy="548640"/>
          </a:xfrm>
          <a:prstGeom prst="rect">
            <a:avLst/>
          </a:prstGeom>
          <a:solidFill>
            <a:srgbClr val="EDF3F0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02352" y="16002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реализовано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31520" y="20574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1488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Автоматическая диалоговая система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0" y="20574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02352" y="21488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UI + chat SSE endpoint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260604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269748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Языковая модель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0" y="260604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102352" y="269748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LLM-адаптер в dialog-service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15468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324612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ML-анализ новостей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0" y="315468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02352" y="324612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tfidf-logreg, impact, confidence, explanation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31520" y="370332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672" y="379476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Retrieval/RAG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29200" y="370332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02352" y="379476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top-k источники, score, Qdrant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25196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34340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backend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0" y="425196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102352" y="434340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DDD, Dishka, Taskiq, Redis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31520" y="4800600"/>
            <a:ext cx="42976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672" y="4892040"/>
            <a:ext cx="41513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Воспроизводимый результат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0" y="4800600"/>
            <a:ext cx="594360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7C6C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02352" y="4892040"/>
            <a:ext cx="5797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+ smoke-сценарий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Заключение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 объединяет ML/NLP pipeline и production backend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11/12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64592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4996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заключение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ML/NLP-результат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457200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релевантного контекста.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Классификация влияния новостей.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 по источникам с LLM-адаптером.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MLflow для дальнейших экспериментов.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5989320" y="16642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51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Backend-результат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989320" y="2011680"/>
            <a:ext cx="4663440" cy="22402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Микросервисы со слоистой DDD-структурой.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Асинхронные API, фоновые задачи и SSE.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UI и Docker Compose запуск.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Smoke-сценарий для проверки стенда.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4983480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Дальнейшее развитие: реальные news API, расширение датасета, сравнение моделей и сохранение истории диалогов.</a:t>
            </a:r>
            <a:endParaRPr lang="en-US" sz="14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8"/>
          </a:solidFill>
          <a:ln w="12700">
            <a:solidFill>
              <a:srgbClr val="F8F9F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4114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Источники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612648" y="106070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Документация технологий и базовые материалы по NLP/архитектуре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6473952"/>
            <a:ext cx="111556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55F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Прудиев Алексей Сергеевич · ПМ23-4 · 12/12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520" y="1353312"/>
            <a:ext cx="1920240" cy="310896"/>
          </a:xfrm>
          <a:prstGeom prst="rect">
            <a:avLst/>
          </a:prstGeom>
          <a:solidFill>
            <a:srgbClr val="0F5132"/>
          </a:solidFill>
          <a:ln w="12700">
            <a:solidFill>
              <a:srgbClr val="0F51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426464"/>
            <a:ext cx="177393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Критерий: список источников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31520" y="1645920"/>
            <a:ext cx="932688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FastAPI, Granian, Pydantic, Dishka.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Taskiq, FastStream, Redis.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Qdrant, MLflow, Docker Compose.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Domain-Driven Design.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Retrieval-Augmented Generation.</a:t>
            </a:r>
            <a:endParaRPr lang="en-US" sz="1700" dirty="0"/>
          </a:p>
          <a:p>
            <a:pPr marL="177800" indent="-177800">
              <a:buSzPct val="100000"/>
              <a:buChar char="•"/>
            </a:pPr>
            <a:r>
              <a:rPr lang="en-US" sz="17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Is All You Need.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Финансовый университет при Правительстве РФ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Диалоговая система анализа экономических новостей</dc:title>
  <dc:subject>Курсовая работа</dc:subject>
  <dc:creator>news-analysis</dc:creator>
  <cp:lastModifiedBy>news-analysis</cp:lastModifiedBy>
  <cp:revision>1</cp:revision>
  <dcterms:created xsi:type="dcterms:W3CDTF">2026-05-08T10:32:30Z</dcterms:created>
  <dcterms:modified xsi:type="dcterms:W3CDTF">2026-05-08T10:32:30Z</dcterms:modified>
</cp:coreProperties>
</file>